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Vecini este o aplicație pentru comunitățile de proprietari: blocuri, case sau mixt. Se instalează din browser, fără magazin de aplicații.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nu e că oamenii nu comunică. E că mediul în care comunică nu păstrează nimic.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Fiecare dintre cele trei costă timp administratorului și încredere comunității.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Nevoile astea nu sunt tehnice. Sunt organizatorice. De asta o aplicație generală de chat nu le rezolvă.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Cinci funcții alese, nu douăzeci. Fiecare are un capăt: lista se termină.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Termenul e obligatoriu. Asta rezolvă problema anunțurilor vechi rămase în capul listei.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Istoricul arată cine a schimbat stadiul și ce a scris. Asta reduce reclamațiile către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Votul anonim scade presiunea socială într-o comunitate unde toți se cunosc.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Pentru o asociație, partea de date personale e cea care ridică cele mai multe întrebări. De asta e o secțiune separată.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Bariera de adoptare e cea mai mare problemă la aplicațiile de asociație. De asta nu e în magazin: nimeni nu își face cont ca să vadă un anunț.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Adaptarea nu e cosmetică: la case nu apare numărul de scări, iar sloganul se schimbă.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Închiderea: măsura succesului nu e timpul petrecut în aplicație, ci dacă informația se mai găsește atunci când contează.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8745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Vecini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A8D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 ce ține de asociația ta,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A8D5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într-un singur loc liniștit.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00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vecini.app</a:t>
            </a:r>
            <a:endParaRPr lang="en-US" sz="1700" dirty="0"/>
          </a:p>
        </p:txBody>
      </p:sp>
      <p:pic>
        <p:nvPicPr>
          <p:cNvPr id="5" name="Image 0" descr="/tmp/claude-0/-home-user-Vecini-dev/fe56e89e-f9f4-5081-bd70-568c601f39ae/scratchpad/deck/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Totul trece prin grup,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iar grupul uită.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974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Anunțurile despre lucrări, sesizările și deciziile despre banii comuni trec toate prin aceeași conversație. În câteva ore, tot ce era important a coborât sub discuții despre altceva.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051560"/>
            <a:ext cx="3111775" cy="566928"/>
          </a:xfrm>
          <a:prstGeom prst="roundRect">
            <a:avLst>
              <a:gd name="adj" fmla="val 22581"/>
            </a:avLst>
          </a:prstGeom>
          <a:solidFill>
            <a:srgbClr val="F1F2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24928" y="1051560"/>
            <a:ext cx="2746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a parcat pe locul 12?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1764792"/>
            <a:ext cx="4114800" cy="566928"/>
          </a:xfrm>
          <a:prstGeom prst="roundRect">
            <a:avLst>
              <a:gd name="adj" fmla="val 22581"/>
            </a:avLst>
          </a:prstGeom>
          <a:solidFill>
            <a:srgbClr val="F0EA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24928" y="17647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caldă se oprește joi, 9–15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2478024"/>
            <a:ext cx="3251499" cy="566928"/>
          </a:xfrm>
          <a:prstGeom prst="roundRect">
            <a:avLst>
              <a:gd name="adj" fmla="val 22581"/>
            </a:avLst>
          </a:prstGeom>
          <a:solidFill>
            <a:srgbClr val="F1F2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24928" y="2478024"/>
            <a:ext cx="2885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3191256"/>
            <a:ext cx="3232569" cy="566928"/>
          </a:xfrm>
          <a:prstGeom prst="roundRect">
            <a:avLst>
              <a:gd name="adj" fmla="val 22581"/>
            </a:avLst>
          </a:prstGeom>
          <a:solidFill>
            <a:srgbClr val="F1F2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24928" y="3191256"/>
            <a:ext cx="28668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3904488"/>
            <a:ext cx="3292706" cy="566928"/>
          </a:xfrm>
          <a:prstGeom prst="roundRect">
            <a:avLst>
              <a:gd name="adj" fmla="val 22581"/>
            </a:avLst>
          </a:prstGeom>
          <a:solidFill>
            <a:srgbClr val="F1F2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24928" y="3904488"/>
            <a:ext cx="292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Cineva are un instalator bun?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23760" y="4617720"/>
            <a:ext cx="3386196" cy="566928"/>
          </a:xfrm>
          <a:prstGeom prst="roundRect">
            <a:avLst>
              <a:gd name="adj" fmla="val 22581"/>
            </a:avLst>
          </a:prstGeom>
          <a:solidFill>
            <a:srgbClr val="F1F2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24928" y="4617720"/>
            <a:ext cx="3020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ziceți de sâmbătă?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5376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Anunțul care conta, la 4 mesaje distanță de invizibil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STRICĂ, CONCRET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 lucruri care nu se rezolvă de la sine.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29000" cy="3200400"/>
          </a:xfrm>
          <a:prstGeom prst="roundRect">
            <a:avLst>
              <a:gd name="adj" fmla="val 4571"/>
            </a:avLst>
          </a:prstGeom>
          <a:solidFill>
            <a:srgbClr val="F7F8F5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" y="2240280"/>
            <a:ext cx="566928" cy="566928"/>
          </a:xfrm>
          <a:prstGeom prst="ellipse">
            <a:avLst/>
          </a:prstGeom>
          <a:solidFill>
            <a:srgbClr val="B453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128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3035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354787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Anunțul important coboară sub conversație în câteva ore. Cine nu a fost pe telefon atunci, nu îl mai vede niciodată.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429000" cy="3200400"/>
          </a:xfrm>
          <a:prstGeom prst="roundRect">
            <a:avLst>
              <a:gd name="adj" fmla="val 4571"/>
            </a:avLst>
          </a:prstGeom>
          <a:solidFill>
            <a:srgbClr val="F7F8F5"/>
          </a:solidFill>
          <a:ln/>
        </p:spPr>
      </p:sp>
      <p:sp>
        <p:nvSpPr>
          <p:cNvPr id="10" name="Shape 8"/>
          <p:cNvSpPr/>
          <p:nvPr/>
        </p:nvSpPr>
        <p:spPr>
          <a:xfrm>
            <a:off x="4864608" y="2240280"/>
            <a:ext cx="566928" cy="566928"/>
          </a:xfrm>
          <a:prstGeom prst="ellipse">
            <a:avLst/>
          </a:prstGeom>
          <a:solidFill>
            <a:srgbClr val="B453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460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3035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repetă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54787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sesizare nu are stadiu. Aceeași ușă stricată e raportată de patru ori, de patru oameni care cred fiecare că nu s-a ocupat nimeni.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429000" cy="3200400"/>
          </a:xfrm>
          <a:prstGeom prst="roundRect">
            <a:avLst>
              <a:gd name="adj" fmla="val 4571"/>
            </a:avLst>
          </a:prstGeom>
          <a:solidFill>
            <a:srgbClr val="F7F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567928" y="2240280"/>
            <a:ext cx="566928" cy="566928"/>
          </a:xfrm>
          <a:prstGeom prst="ellipse">
            <a:avLst/>
          </a:prstGeom>
          <a:solidFill>
            <a:srgbClr val="B453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6792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67928" y="3035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contestă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67928" y="354787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Deciziile se iau de cine mai are chef să scrie seara târziu. A doua zi nimeni nu mai știe cine cu ce a fost de acord.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UNEI ASOCIAȚII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trebuie de fapt, dincolo de o conversație.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loc unde anunțul rămâne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4780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Informația oficială să stea la vedere cât timp contează, nu până o acoperă altcineva.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530352" cy="530352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3172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Sesizări cu stadiu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5295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 se vadă ce s-a raportat deja, cine s-a ocupat și unde a rămas.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530352" cy="530352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51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Decizii cu urmă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458114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Vot, număr, dată. Nu „am discutat pe grup".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530352" cy="530352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03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276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personale tratate serios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56327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Într-o comunitate mică toți se cunosc. O expunere nu se mai retrage.</a:t>
            </a:r>
            <a:endParaRPr lang="en-US" sz="1350" dirty="0"/>
          </a:p>
        </p:txBody>
      </p:sp>
      <p:pic>
        <p:nvPicPr>
          <p:cNvPr id="20" name="Image 0" descr="/tmp/claude-0/-home-user-Vecini-dev/fe56e89e-f9f4-5081-bd70-568c601f39ae/scratchpad/deck/anuntu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234440"/>
            <a:ext cx="2240655" cy="484632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3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Cinci funcții, fiecare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 un capăt la care ajungi.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794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flux nesfârșit, fără reacții, fără notificări care cer atenție degeaba. Aplicația se închide când ai terminat.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50292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D3B2C"/>
          </a:solidFill>
          <a:ln w="12700">
            <a:solidFill>
              <a:srgbClr val="5C8C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029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Anunțuri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50008" y="50292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D3B2C"/>
          </a:solidFill>
          <a:ln w="12700">
            <a:solidFill>
              <a:srgbClr val="5C8C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0008" y="5029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Sesizări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922776" y="50292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D3B2C"/>
          </a:solidFill>
          <a:ln w="12700">
            <a:solidFill>
              <a:srgbClr val="5C8C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22776" y="5029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Discuții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95544" y="5029200"/>
            <a:ext cx="1124712" cy="502920"/>
          </a:xfrm>
          <a:prstGeom prst="roundRect">
            <a:avLst>
              <a:gd name="adj" fmla="val 49091"/>
            </a:avLst>
          </a:prstGeom>
          <a:solidFill>
            <a:srgbClr val="1D3B2C"/>
          </a:solidFill>
          <a:ln w="12700">
            <a:solidFill>
              <a:srgbClr val="5C8C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95544" y="5029200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Voturi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21424" y="5029200"/>
            <a:ext cx="1124712" cy="502920"/>
          </a:xfrm>
          <a:prstGeom prst="roundRect">
            <a:avLst>
              <a:gd name="adj" fmla="val 49091"/>
            </a:avLst>
          </a:prstGeom>
          <a:solidFill>
            <a:srgbClr val="1D3B2C"/>
          </a:solidFill>
          <a:ln w="12700">
            <a:solidFill>
              <a:srgbClr val="5C8C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21424" y="5029200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Vecini</a:t>
            </a:r>
            <a:endParaRPr lang="en-US" sz="1350" dirty="0"/>
          </a:p>
        </p:txBody>
      </p:sp>
      <p:pic>
        <p:nvPicPr>
          <p:cNvPr id="15" name="Image 0" descr="/tmp/claude-0/-home-user-Vecini-dev/fe56e89e-f9f4-5081-bd70-568c601f39ae/scratchpad/deck/sesiz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914400"/>
            <a:ext cx="2325208" cy="502920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cini-dev/fe56e89e-f9f4-5081-bd70-568c601f39ae/scratchpad/deck/anuntu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ANUNȚURI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20624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Anunțul stă sus cât timp contează,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 coboară singur.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9718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Administratorul ridică un anunț și spune până în ce zi contează. 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ziua aceea, anunțul coboară de la sine la locul lui.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06240" y="4087368"/>
            <a:ext cx="274320" cy="2743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0624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Nimeni nu trebuie să-și amintească să-l dea jos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06240" y="4654296"/>
            <a:ext cx="274320" cy="2743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06240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4636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vede cine l-a publicat și când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206240" y="5221224"/>
            <a:ext cx="274320" cy="2743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06240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52029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Notificare pe telefon, dacă vecinul o vrea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cini-dev/fe56e89e-f9f4-5081-bd70-568c601f39ae/scratchpad/deck/sesiz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SESIZĂRI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Fiecare problemă are un stadiu,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poză și un istoric.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926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vecin raportează în câteva secunde, cu fotografie și loc. Toată lumea vede în ce stadiu e, deci aceeași defecțiune nu mai ajunge de patru ori la administrator.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4251960"/>
            <a:ext cx="1965960" cy="658368"/>
          </a:xfrm>
          <a:prstGeom prst="roundRect">
            <a:avLst>
              <a:gd name="adj" fmla="val 22222"/>
            </a:avLst>
          </a:prstGeom>
          <a:solidFill>
            <a:srgbClr val="DDE8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251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Nouă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4251960"/>
            <a:ext cx="1965960" cy="658368"/>
          </a:xfrm>
          <a:prstGeom prst="roundRect">
            <a:avLst>
              <a:gd name="adj" fmla="val 22222"/>
            </a:avLst>
          </a:prstGeom>
          <a:solidFill>
            <a:srgbClr val="F7E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17520" y="4251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lucru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57800" y="4251960"/>
            <a:ext cx="1965960" cy="658368"/>
          </a:xfrm>
          <a:prstGeom prst="roundRect">
            <a:avLst>
              <a:gd name="adj" fmla="val 22222"/>
            </a:avLst>
          </a:prstGeom>
          <a:solidFill>
            <a:srgbClr val="E3F1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57800" y="4251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Rezolvată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Stadiul e vizibil pentru toată lumea, nu doar pentru comitet.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cini-dev/fe56e89e-f9f4-5081-bd70-568c601f39ae/scratchpad/deck/v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VOTURI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20624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Decizii prin vot,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prin cine scrie mai mult.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971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Rezultatul e public și se vede oricând. Votul fiecăruia rămâne anonim. Rămâne o urmă a deciziei, cu dată și număr de participanți.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06240" y="4206240"/>
            <a:ext cx="6766560" cy="1371600"/>
          </a:xfrm>
          <a:prstGeom prst="roundRect">
            <a:avLst>
              <a:gd name="adj" fmla="val 10667"/>
            </a:avLst>
          </a:prstGeom>
          <a:solidFill>
            <a:srgbClr val="EAF1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26280" y="4389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„Reparăm acoperișul anul acesta sau amânăm?"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 votat  ·  se închide în 4 zile  ·  votul tău e anonim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cini-dev/fe56e89e-f9f4-5081-bd70-568c601f39ae/scratchpad/deck/vec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VECINI ȘI CONFIDENȚIALITATE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Datele personale, tratate ca atare.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2468880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Numărul de telefon e opțional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090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Dezactivat implicit. Apare doar dacă vecinul alege să fie găsit.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468880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0" y="2670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Vizibil doar în asociația 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090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e aplicată în baza de date, nu doar ascunsă în interfață.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4114800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Ștergerea contului anonimizează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7365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Numele, emailul și telefonul dispar. Istoria comunității rămâne întreagă.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114800"/>
            <a:ext cx="39776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03520" y="4315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Votul rămâne anonim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47365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vede rezultatul, nu cine ce a votat.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cini-dev/fe56e89e-f9f4-5081-bd70-568c601f39ae/scratchpad/deck/instal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868680"/>
            <a:ext cx="2367485" cy="512064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INTRĂ VECINII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Fără magazin de aplicații.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Fără descărcare.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Administratorul trimite un link. Vecinul îl deschide și, dacă vrea, pune aplicația pe ecranul principal în trei pași.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Primește linkul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WhatsApp, pe hârtie la avizier, oricum.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388620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deschide în browser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Nimic de instalat ca să vadă comunitatea.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3886200"/>
            <a:ext cx="548640" cy="54864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55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Ajunge pe ecran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îi arată singură cei trei pași.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CINE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singur produs, pentru comunități de forme diferite.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întreabă ce fel de comunitate ești și își potrivește textele după asta.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4290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2971800"/>
            <a:ext cx="640080" cy="640080"/>
          </a:xfrm>
          <a:prstGeom prst="ellipse">
            <a:avLst/>
          </a:prstGeom>
          <a:solidFill>
            <a:srgbClr val="EAF1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6128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427939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Asociație de proprietari, cu scări și cote de întreținere.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2606040"/>
            <a:ext cx="34290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2971800"/>
            <a:ext cx="640080" cy="640080"/>
          </a:xfrm>
          <a:prstGeom prst="ellipse">
            <a:avLst/>
          </a:prstGeom>
          <a:solidFill>
            <a:srgbClr val="EAF1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460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427939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Zonă rezidențială sau stradă, fără scări și fără lift.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3880" y="2606040"/>
            <a:ext cx="34290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67928" y="2971800"/>
            <a:ext cx="640080" cy="640080"/>
          </a:xfrm>
          <a:prstGeom prst="ellipse">
            <a:avLst/>
          </a:prstGeom>
          <a:solidFill>
            <a:srgbClr val="EAF1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67928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6792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427939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Blocuri și case la un loc, sub aceeași asociație.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 limbi disponibile: română, engleză, maghiară.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3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Anunțul e încă acolo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 dimineața,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când cineva are nevoie de el.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 e tot ce își doreau vecinii.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5029200"/>
            <a:ext cx="3200400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vecini.app</a:t>
            </a:r>
            <a:endParaRPr lang="en-US" sz="2000" dirty="0"/>
          </a:p>
        </p:txBody>
      </p:sp>
      <p:pic>
        <p:nvPicPr>
          <p:cNvPr id="6" name="Image 0" descr="/tmp/claude-0/-home-user-Vecini-dev/fe56e89e-f9f4-5081-bd70-568c601f39ae/scratchpad/deck/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914400"/>
            <a:ext cx="2325208" cy="5029200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Vecini — comunitatea ta, într-un singur loc</dc:title>
  <dc:subject>PptxGenJS Presentation</dc:subject>
  <dc:creator>Vecini</dc:creator>
  <cp:lastModifiedBy>Vecini</cp:lastModifiedBy>
  <cp:revision>1</cp:revision>
  <dcterms:created xsi:type="dcterms:W3CDTF">2026-09-07T11:22:00Z</dcterms:created>
  <dcterms:modified xsi:type="dcterms:W3CDTF">2026-09-07T11:22:00Z</dcterms:modified>
</cp:coreProperties>
</file>